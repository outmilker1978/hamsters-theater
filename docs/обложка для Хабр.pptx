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2DD"/>
    <a:srgbClr val="775DA0"/>
    <a:srgbClr val="100F14"/>
    <a:srgbClr val="121018"/>
    <a:srgbClr val="C28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84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C06405-2E23-4E24-801F-340A3515E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19F30B-77AF-4941-9925-BAF130DA3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E59DE6-D04C-4652-8D7E-34669A202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652D23-ED6E-458A-9740-566530AA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4ED65E-EB86-4C2F-AE50-C8F637D76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95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BBBC1-A5E5-4433-891E-B7F7950C0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F1145E-8562-4835-A00F-81EED11F4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4B2F04-FCEE-4FC9-BFD9-17B7D4730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282E1-33F1-46AF-B1DC-34042650C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913B55-5366-480D-BCCE-87B47772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33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E6CA-7EB2-4805-A92A-49FE9D4F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DBA405-01AB-4EA4-A3D0-44487CE7B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BBCB4C-592A-4699-9FEE-1D222E7B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A8B4CE-A913-45C9-9666-72AB9BDA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5D881B-FFA0-43AC-9FC2-41EE4EC3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37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B02426-15F9-4808-B016-4C8D41F51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CDC173-519F-4FC2-ADC1-6C77EE1BC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2D2317-CC20-44AC-A6D8-513DC0595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4EF33A-6D15-4B1F-B8EC-4A8F96A4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888F20-D09F-47FD-B6B0-D3E11212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B433E-FD65-4E75-80BA-5A5BDFBF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06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85F886-398F-419A-9D4B-5D59905B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AAFA7D-1D9E-4ED5-AF93-25B7DB59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CCD69E-53E2-42C3-A598-0168D8DF5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CF754C-46A4-4349-AED6-23BF71ED7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7C3ABC-0935-4CAB-BCF7-B6D06B88C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E00CF3C-4C43-4920-8F2E-7F92F5108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BC58805-0023-4ABA-A2BB-D7148FBB8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7E1A98C-0103-4CAF-8010-1C225871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60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61319F-5A9B-4972-B557-1B32BAF8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FDD2EA-B907-4CBB-B8B8-ADB7BD4B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F41383-9E50-4F07-A597-26FD26C3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4118B1-1EB0-4C30-B08A-DB10B35A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1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12514D-E10B-426F-85F9-307D689E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FD98192-F603-4776-9E70-5C855E62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D9568B-B243-4ADC-97B4-7D639417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86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E1DBF-8A1E-43E0-BE27-0D01C54E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3AC3A3-2D40-40D9-93A5-672718991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BBDDF8-0506-4B2C-B558-2EBA45E11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F660E-1169-45C5-9DDA-DC4E2931C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766ECC-C907-4D51-8412-E2CFC968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C86828-781A-4D1D-AB4B-5CDFE9E8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8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2C4F70-1EBA-4FB5-AE79-745C1DD4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16D298-5F8E-4C3D-9EE1-B896AB7FC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BD087D-17C3-48D7-92BF-64C207712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1D64B3-0099-4F9E-8FC8-6FFE96E4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3A17BE-59EA-4D26-9F26-275C45CC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32B5D0-0162-48C8-8929-309FBF4D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52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43C88-5AEC-4302-8923-BB37F5538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3D82E3A-9FE6-4A9C-97F2-6F950189F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A661CF-0014-4F17-BAFF-5C467CF7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C767F6-E66E-492A-AA26-D05A2AB4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16D1B6-C148-48F5-BAEC-D725BC8A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002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C712C04-DFE8-49DD-A12E-DC4DD0842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DB938B-B617-4FFA-8F01-7363C7851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2BAC30-E74C-42F5-9498-5A478AD4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B85028-C88B-48A3-B0CB-CD4F4705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D01326-8820-466F-B1E7-51258A2C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71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5446E-E2BF-4A31-AA11-FB4174D7E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018D9-07C6-4B23-9A03-6F542B2FE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50E7CC-6301-46E4-9F9D-0339EAD98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E25F0-10E6-41AC-B6C9-EA35F25A204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DB36FA-6EC2-4080-A89B-087E2D8B9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685443-7991-465D-A317-A3AF4C8A2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B9C43-E65E-42CE-BAAF-283D79CB21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49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B7E58-ACEA-49CB-88AF-F096E9B09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C285E4"/>
          </a:solidFill>
        </p:spPr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47E0DB-ADF7-4FFD-8302-7B14999A4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210" y="669298"/>
            <a:ext cx="3178855" cy="45924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E74E78-0AE8-40C0-90A4-298607E5F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300" y="669298"/>
            <a:ext cx="3162463" cy="459244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442E998-3A74-47D2-AEB8-B2EC75391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998" y="669298"/>
            <a:ext cx="3155586" cy="459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5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CBE10E-B2D1-4C45-AEC6-D143601067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0F14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171717"/>
                </a:solidFill>
                <a:effectLst/>
                <a:latin typeface="ui-sans-serif"/>
              </a:rPr>
              <a:t>Сайт и скачать: </a:t>
            </a:r>
            <a:r>
              <a:rPr lang="en-US" b="0" i="0" dirty="0">
                <a:solidFill>
                  <a:srgbClr val="171717"/>
                </a:solidFill>
                <a:effectLst/>
                <a:latin typeface="ui-sans-serif"/>
              </a:rPr>
              <a:t>tvhamsters.outmilk.online Telegram-</a:t>
            </a:r>
            <a:r>
              <a:rPr lang="ru-RU" b="0" i="0" dirty="0">
                <a:solidFill>
                  <a:srgbClr val="171717"/>
                </a:solidFill>
                <a:effectLst/>
                <a:latin typeface="ui-sans-serif"/>
              </a:rPr>
              <a:t>канал: </a:t>
            </a:r>
            <a:r>
              <a:rPr lang="en-US" b="0" i="0" dirty="0">
                <a:solidFill>
                  <a:srgbClr val="171717"/>
                </a:solidFill>
                <a:effectLst/>
                <a:latin typeface="ui-sans-serif"/>
              </a:rPr>
              <a:t>t.me/tvhamsters </a:t>
            </a:r>
            <a:r>
              <a:rPr lang="ru-RU" b="0" i="0" dirty="0">
                <a:solidFill>
                  <a:srgbClr val="171717"/>
                </a:solidFill>
                <a:effectLst/>
                <a:latin typeface="ui-sans-serif"/>
              </a:rPr>
              <a:t>Бот для связи: </a:t>
            </a:r>
            <a:r>
              <a:rPr lang="en-US" b="0" i="0" dirty="0">
                <a:solidFill>
                  <a:srgbClr val="171717"/>
                </a:solidFill>
                <a:effectLst/>
                <a:latin typeface="ui-sans-serif"/>
              </a:rPr>
              <a:t>t.me/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472A09-381C-48D1-9161-3847EF533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802" y="161768"/>
            <a:ext cx="4305234" cy="26969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630A8C-0F40-425D-8B09-9AA965D5B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794" y="2858684"/>
            <a:ext cx="6934411" cy="29691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A09969-74AD-4D5E-94E8-F02D03325DF9}"/>
              </a:ext>
            </a:extLst>
          </p:cNvPr>
          <p:cNvSpPr txBox="1"/>
          <p:nvPr/>
        </p:nvSpPr>
        <p:spPr>
          <a:xfrm>
            <a:off x="4776280" y="5827855"/>
            <a:ext cx="232627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100" b="0" i="0" dirty="0">
                <a:solidFill>
                  <a:srgbClr val="775DA0"/>
                </a:solidFill>
                <a:effectLst/>
                <a:latin typeface="ui-sans-serif"/>
              </a:rPr>
              <a:t>Сайт</a:t>
            </a:r>
            <a:r>
              <a:rPr lang="ru-RU" sz="1100" b="0" i="0" dirty="0">
                <a:solidFill>
                  <a:srgbClr val="AA52DD"/>
                </a:solidFill>
                <a:effectLst/>
                <a:latin typeface="ui-sans-serif"/>
              </a:rPr>
              <a:t>: </a:t>
            </a:r>
            <a:r>
              <a:rPr lang="en-US" sz="1100" b="0" i="0" dirty="0">
                <a:solidFill>
                  <a:srgbClr val="AA52DD"/>
                </a:solidFill>
                <a:effectLst/>
                <a:latin typeface="ui-sans-serif"/>
              </a:rPr>
              <a:t>tvhamsters.outmilk.online</a:t>
            </a:r>
            <a:endParaRPr lang="ru-RU" sz="1100" b="0" i="0" dirty="0">
              <a:solidFill>
                <a:srgbClr val="AA52DD"/>
              </a:solidFill>
              <a:effectLst/>
              <a:latin typeface="ui-sans-serif"/>
            </a:endParaRPr>
          </a:p>
          <a:p>
            <a:pPr algn="ctr"/>
            <a:r>
              <a:rPr lang="en-US" sz="1100" b="0" i="0" dirty="0">
                <a:solidFill>
                  <a:srgbClr val="775DA0"/>
                </a:solidFill>
                <a:effectLst/>
                <a:latin typeface="ui-sans-serif"/>
              </a:rPr>
              <a:t>Telegram-</a:t>
            </a:r>
            <a:r>
              <a:rPr lang="ru-RU" sz="1100" b="0" i="0" dirty="0">
                <a:solidFill>
                  <a:srgbClr val="775DA0"/>
                </a:solidFill>
                <a:effectLst/>
                <a:latin typeface="ui-sans-serif"/>
              </a:rPr>
              <a:t>канал: </a:t>
            </a:r>
            <a:r>
              <a:rPr lang="en-US" sz="1100" b="0" i="0" dirty="0">
                <a:solidFill>
                  <a:srgbClr val="AA52DD"/>
                </a:solidFill>
                <a:effectLst/>
                <a:latin typeface="ui-sans-serif"/>
              </a:rPr>
              <a:t>t.me/tvhamsters</a:t>
            </a:r>
            <a:endParaRPr lang="ru-RU" sz="1100" dirty="0">
              <a:solidFill>
                <a:srgbClr val="AA52DD"/>
              </a:solidFill>
              <a:latin typeface="ui-sans-serif"/>
            </a:endParaRPr>
          </a:p>
          <a:p>
            <a:pPr algn="ctr"/>
            <a:r>
              <a:rPr lang="ru-RU" sz="1100" b="0" i="0" dirty="0">
                <a:solidFill>
                  <a:srgbClr val="775DA0"/>
                </a:solidFill>
                <a:effectLst/>
                <a:latin typeface="ui-sans-serif"/>
              </a:rPr>
              <a:t>Бот для связи: </a:t>
            </a:r>
            <a:r>
              <a:rPr lang="en-US" sz="1100" b="0" i="0" dirty="0">
                <a:solidFill>
                  <a:srgbClr val="AA52DD"/>
                </a:solidFill>
                <a:effectLst/>
                <a:latin typeface="ui-sans-serif"/>
              </a:rPr>
              <a:t>t.me/tvhamsters_bot</a:t>
            </a:r>
            <a:r>
              <a:rPr lang="ru-RU" sz="1100" b="0" i="0" dirty="0">
                <a:solidFill>
                  <a:srgbClr val="AA52DD"/>
                </a:solidFill>
                <a:effectLst/>
                <a:latin typeface="ui-sans-serif"/>
              </a:rPr>
              <a:t> </a:t>
            </a:r>
            <a:endParaRPr lang="ru-RU" sz="1100" dirty="0">
              <a:solidFill>
                <a:srgbClr val="AA52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5627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</Words>
  <Application>Microsoft Office PowerPoint</Application>
  <PresentationFormat>Широкоэкранный</PresentationFormat>
  <Paragraphs>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ui-sans-serif</vt:lpstr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Hamster</dc:creator>
  <cp:lastModifiedBy>Hamster</cp:lastModifiedBy>
  <cp:revision>3</cp:revision>
  <dcterms:created xsi:type="dcterms:W3CDTF">2026-06-10T19:33:56Z</dcterms:created>
  <dcterms:modified xsi:type="dcterms:W3CDTF">2026-06-17T09:41:52Z</dcterms:modified>
</cp:coreProperties>
</file>